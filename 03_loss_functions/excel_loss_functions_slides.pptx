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損失関数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第3回 損失関数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正解クラスの確率がLossになる流れを見る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予測確率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-log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Loss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正解クラスの確率をLossに変える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正解クラスの確率がLossになる流れを見る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正解クラスの確率がLossになる流れを見る</a:t>
            </a:r>
          </a:p>
          <a:p>
            <a:r>
              <a:t>• Excel上の値や設定を変更する</a:t>
            </a:r>
          </a:p>
          <a:p>
            <a:r>
              <a:t>• PythonがWorkbookから読み直して計算する</a:t>
            </a:r>
          </a:p>
          <a:p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損失関数とは</a:t>
            </a:r>
            <a:br/>
            <a:br/>
            <a:r>
              <a:t>損失関数とは、予測が正解からどれだけ外れているかを数値にし、学習で小さくしたい目標を表す関数です。分類では、正解クラスに割り当てた確率からLossを作ります。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見える変化</a:t>
            </a:r>
            <a:br/>
            <a:br/>
            <a:r>
              <a:t>target_probability</a:t>
            </a:r>
            <a:br/>
            <a:r>
              <a:t>cross_entropy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予測確率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-log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Loss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Cross Entropyの計算を図で見る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予測確率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-log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Loss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BCE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正解クラスの確率をLossに変える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正解クラスの確率をLossに変える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excel_loss_functions_demo.xlsx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excel_loss_functions_demo_code.py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excel_loss_functions_slides.pptx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https://github.com/KanameShiga-dev/excel-deep-learning-calculation-demo/tree/main/03_loss_functions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01_INPUT が予測確率と正解クラスを渡す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A6:D10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prediction_df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F6:H8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返す表とlog計算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Pythonは</a:t>
            </a:r>
            <a:br/>
            <a:r>
              <a:t>xl(...)</a:t>
            </a:r>
            <a:br/>
            <a:r>
              <a:t>で表を読み直す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Excelで確率や正解クラスを変えると、Cross Entropyの値が変わります。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どこを変えると、どのLossが変わるか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021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A6:D10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prediction /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F6:H8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/ epsilon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返す表とlog計算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正解クラスに対応する確率を変えた時、Lossがどう動くかを読みます。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loss_by_sample_df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サンプル別Loss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loss_summary_df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平均Loss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class_ce 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BCE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正解確率と</a:t>
            </a:r>
            <a:br/>
            <a:r>
              <a:t>Lossを読む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予測確率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-log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Loss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display_modeでLossの表を切り替える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loss_by_sample_df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サンプル別Loss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loss_summary_df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平均Loss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class_ce_dfで</a:t>
            </a:r>
            <a:br/>
            <a:r>
              <a:t>正解確率と</a:t>
            </a:r>
            <a:br/>
            <a:r>
              <a:t>Lossを読む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class_ce_df 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予測値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二乗誤差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binary_cross_entropy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分類のLoss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target_probability が</a:t>
            </a:r>
            <a:br/>
            <a:r>
              <a:t>低いほど</a:t>
            </a:r>
            <a:br/>
            <a:r>
              <a:t>cross_entropy は大きい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正解確率を変えた時の差を見る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Lossの種類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mean_loss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平均Loss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absolute_error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差の大きさ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epsilon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log(0)回避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正解クラスの確率を</a:t>
            </a:r>
            <a:br/>
            <a:r>
              <a:t>変えたら</a:t>
            </a:r>
            <a:br/>
            <a:r>
              <a:t>Lossの差を見る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予測確率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-log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Loss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第2回の出力を予測確率として読む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正解クラスの確率からLossを作る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第4回でLossを下げる方向へ更新する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二値分類中心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多クラスや回帰も扱う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平均Lossを見る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バッチ単位で集計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epsilonを明示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ライブラリ内で処理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この回では小さな確率表で、Cross Entropyの読み方に絞ります。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正解確率とLossの対応を押さえる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1</a:t>
            </a:r>
            <a:br/>
            <a:r>
              <a:t>予測確率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2</a:t>
            </a:r>
            <a:br/>
            <a:r>
              <a:t>正解クラス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r>
              <a:t>3</a:t>
            </a:r>
            <a:br/>
            <a:r>
              <a:t>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正解クラスの確率がLossになる流れを見る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r>
              <a:t>この回の用語</a:t>
            </a:r>
          </a:p>
          <a:p>
            <a:r>
              <a:t>Loss: 予測の外れ具合を表す値</a:t>
            </a:r>
          </a:p>
          <a:p>
            <a:r>
              <a:t>Cross Entropy: 正解クラスの確率から作る分類のLoss</a:t>
            </a:r>
          </a:p>
          <a:p>
            <a:r>
              <a:t>target_probability: 正解クラスに割り当てた確率</a:t>
            </a:r>
          </a:p>
          <a:p>
            <a:r>
              <a:t>epsilon: log(0)を避けるための小さな値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予測値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二乗誤差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二値交差エントロピー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loss_by_sample_df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サンプル別Loss表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loss_summary_df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平均Loss表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第3回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