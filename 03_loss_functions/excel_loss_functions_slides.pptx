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損失関数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第3回 損失関数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475569"/>
                </a:solidFill>
                <a:latin typeface="Yu Gothic"/>
              </a:defRPr>
            </a:pPr>
            <a:r>
              <a:t>予測と正解のズレがLossになる流れを見る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予測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正解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ズレ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Loss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ズレを1つの数値にして学習の目印にする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予測と正解のズレがLossになる流れを見る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予測と正解のズレがLossになる流れを見る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Excel上の値や設定を変更する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PythonがWorkbookから読み直して計算する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損失関数とは</a:t>
            </a:r>
            <a:br/>
            <a:br/>
            <a:r>
              <a:t>損失関数とは、予測が正解からどれだけ外れているかを1つの数値にし、学習で小さくしたい目標を表す関数です。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見える変化</a:t>
            </a:r>
            <a:br/>
            <a:br/>
            <a:r>
              <a:t>prediction / target</a:t>
            </a:r>
            <a:br/>
            <a:r>
              <a:t>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予測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正解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ズレ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Loss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損失関数の計算を図で見る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予測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正解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ズレ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Loss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14400" y="2852928"/>
          <a:ext cx="65836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29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sample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prediction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BCE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001000" y="2971800"/>
            <a:ext cx="2697480" cy="107899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ズレを1つの数値にして学習の目印にする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ズレを1つの数値にして学習の目印にする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excel_loss_functions_demo.xlsx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excel_loss_functions_demo_code.py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excel_loss_functions_slides.pptx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https://github.com/KanameShiga-dev/excel-deep-learning-calculation-demo/tree/main/03_loss_functions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914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A6:D10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prediction_df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F6:H8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返す表とlog計算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4324B"/>
                </a:solidFill>
                <a:latin typeface="Yu Gothic"/>
              </a:defRPr>
            </a:pPr>
            <a:r>
              <a:t>Excelで変更した値が、そのままPythonの計算結果に反映されます。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どこを変えると、どの表が変わるか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021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1021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A6:D10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prediction /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1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F6:H8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/ epsilon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返す表とlog計算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操作の目的は、値を変えた時の表の変化を読むことです。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loss_by_sample_df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サンプル別Loss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loss_summary_df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平均Loss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sample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prediction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BCE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0.357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初期値の</a:t>
            </a:r>
            <a:br/>
            <a:r>
              <a:t>結果を読む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予測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正解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ズレ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Loss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7200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loss_by_sample_df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サンプル別Loss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loss_summary_df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平均Loss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76749"/>
                </a:solidFill>
                <a:latin typeface="Yu Gothic"/>
              </a:defRPr>
            </a:pPr>
            <a:r>
              <a:t>まずは</a:t>
            </a:r>
            <a:br/>
            <a:r>
              <a:t>基本の表</a:t>
            </a:r>
            <a:br/>
            <a:r>
              <a:t>から読む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prediction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予測値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正解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二乗誤差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binary_cross_entropy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分類のLoss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F6690"/>
                </a:solidFill>
                <a:latin typeface="Yu Gothic"/>
              </a:defRPr>
            </a:pPr>
            <a:r>
              <a:t>列名を</a:t>
            </a:r>
            <a:br/>
            <a:r>
              <a:t>計算の役割に</a:t>
            </a:r>
            <a:br/>
            <a:r>
              <a:t>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Lossの種類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mean_loss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平均Loss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absolute_error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差の大きさ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epsilon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log(0)回避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76749"/>
                </a:solidFill>
                <a:latin typeface="Yu Gothic"/>
              </a:defRPr>
            </a:pPr>
            <a:r>
              <a:t>設定を変えたら</a:t>
            </a:r>
            <a:br/>
            <a:r>
              <a:t>どの列が動くかを</a:t>
            </a:r>
            <a:br/>
            <a:r>
              <a:t>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予測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正解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ズレ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Loss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第2回の出力を予測として読む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正解とのズレをLossにする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第4回でLossを下げる方向へ更新する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二値分類中心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多クラスや回帰も扱う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平均Lossを見る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バッチ単位で集計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epsilonを明示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ライブラリ内で処理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4324B"/>
                </a:solidFill>
                <a:latin typeface="Yu Gothic"/>
              </a:defRPr>
            </a:pPr>
            <a:r>
              <a:t>小さくしているのは、式と表の対応を見失わないためです。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予測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正解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ズレ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800" b="1">
                <a:solidFill>
                  <a:srgbClr val="24324B"/>
                </a:solidFill>
                <a:latin typeface="Yu Gothic"/>
              </a:defRPr>
            </a:pPr>
            <a:r>
              <a:t>予測と正解のズレがLossになる流れを見る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この回の用語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61395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prediction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予測値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正解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二乗誤差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BCE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二値交差エントロピー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loss_by_sample_df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サンプル別Loss表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loss_summary_df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平均Loss表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第3回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