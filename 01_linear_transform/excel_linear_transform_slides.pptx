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線形変換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第1回 線形変換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入力、重み、バイアスからscoreが作られる流れを見る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重みW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バイアスb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score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特徴ごとの影響を符号付きで合計する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入力、重み、バイアスからscoreが作られる流れを見る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入力、重み、バイアスからscoreが作られる流れを見る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線形変換とは</a:t>
            </a:r>
            <a:br/>
            <a:br/>
            <a:r>
              <a:t>線形変換とは、入力に重みを掛けて足し合わせ、最後にバイアスを足して、次の層へ渡すscoreを作る計算です。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x_value</a:t>
            </a:r>
            <a:br/>
            <a:r>
              <a:t>入力ベクトル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入力x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重みW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バイアスb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線形変換の計算を図で見る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重みW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バイアスb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x_times_w合計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unit_A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unit_B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-1.85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特徴ごとの影響を符号付きで合計する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特徴ごとの影響を符号付きで合計する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excel_linear_transform_demo.xlsx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excel_linear_transform_demo_code.py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excel_linear_transform_slides.pptx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https://github.com/KanameShiga-dev/excel-deep-learning-calculation-demo/tree/main/01_linear_transform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A6:C9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E6:G12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重み行列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I6:J8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bias_df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バイアス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A13:C15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126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A6:C9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E6:G12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重み行列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I6:J8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バイアス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A13:C15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linear_trace_df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入力ごとの積和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output_scores_df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ユニット別score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x_times_w合計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unit_A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unit_B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-1.85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重みW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バイアスb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linear_trace_df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入力ごとの積和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output_scores_df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ユニット別score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output_unit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出力ユニット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input_name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入力の名前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x_times_w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入力と重みの積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weighted_sum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積の合計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最後に足す値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次の層へ渡す値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scoreの大きい順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重みW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バイアスb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score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入力を重み付きで合計する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次回はscoreを活性化関数へ渡す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後の回で勾配により重みを更新する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入力3個、出力2個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多数の特徴量とユニット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表で積和を確認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行列演算でまとめて計算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scoreまでを見る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活性化やLossへ続く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入力x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重みW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バイアスb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入力、重み、バイアスからscoreが作られる流れを見る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バイアス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次の層へ渡す値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linear_trace_df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入力ごとの積和表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output_scores_df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出力ユニット別score表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第1回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