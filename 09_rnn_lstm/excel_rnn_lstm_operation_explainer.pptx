
<file path=[Content_Types].xml><?xml version="1.0" encoding="utf-8"?>
<ns0:Types xmlns:ns0="http://schemas.openxmlformats.org/package/2006/content-types"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ns0:Relationship Id="rId14" Type="http://schemas.openxmlformats.org/officeDocument/2006/relationships/slide" Target="slides/slide8.xml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