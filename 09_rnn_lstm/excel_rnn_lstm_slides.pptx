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RNN /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第9回 RNN /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時系列入力とhidden state、ゲートを追う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ゲート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cell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hidden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過去の情報を残すか忘れるかを表で追う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時系列入力とhidden state、ゲートを追う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時系列入力とhidden state、ゲートを追う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RNN / LSTMとは</a:t>
            </a:r>
            <a:br/>
            <a:br/>
            <a:r>
              <a:t>RNNとは、過去の状態を次の時刻へ渡しながら系列を読むネットワークです。LSTMは残す情報と忘れる情報をゲートで調整します。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time_step / input</a:t>
            </a:r>
            <a:br/>
            <a:r>
              <a:t>状態更新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入力列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ゲート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cell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hidden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RNN / LSTMの計算を図で見る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ゲート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cell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hidden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063240"/>
            <a:ext cx="118872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F6690"/>
                </a:solidFill>
                <a:latin typeface="Yu Gothic"/>
              </a:defRPr>
            </a:pPr>
            <a:r>
              <a:t>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063240"/>
            <a:ext cx="118872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F6690"/>
                </a:solidFill>
                <a:latin typeface="Yu Gothic"/>
              </a:defRPr>
            </a:pPr>
            <a:r>
              <a:t>t2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3346704"/>
            <a:ext cx="118872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37760" y="3063240"/>
            <a:ext cx="118872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F6690"/>
                </a:solidFill>
                <a:latin typeface="Yu Gothic"/>
              </a:defRPr>
            </a:pPr>
            <a:r>
              <a:t>t3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3346704"/>
            <a:ext cx="118872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834640"/>
            <a:ext cx="2926080" cy="100584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C77D20"/>
                </a:solidFill>
                <a:latin typeface="Yu Gothic"/>
              </a:defRPr>
            </a:pPr>
            <a:r>
              <a:t>gateで</a:t>
            </a:r>
            <a:br/>
            <a:r>
              <a:t>残す/忘れる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過去の情報を残すか忘れるかを表で追う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excel_rnn_lstm_demo.xlsx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excel_rnn_lstm_demo_code.py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excel_rnn_lstm_slides.pptx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https://github.com/KanameShiga-dev/excel-deep-learning-calculation-demo/tree/main/09_rnn_lstm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sequence_df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状態更新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D6:E11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param_df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ゲート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G6:I8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time_step /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状態更新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D6:E11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gate parameter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ゲート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G6:I8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sequence_trace_df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時系列の出力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gate_trace_df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ゲートと状態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forget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hidden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ゲート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cell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hidden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sequence_trace_df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時系列の出力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gate_trace_df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ゲートと状態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time_step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時刻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input_value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その時刻の入力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hidden_state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外へ出す状態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cell_state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記憶として残す状態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forget_gate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忘れる割合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入れる割合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候補値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cell_state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更新後の記憶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入力列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ゲート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cell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hidden 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CNNは空間方向の局所特徴を見る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RNN/LSTMは時間方向の状態を更新する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第10回で系列全体をAttentionで見る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1次元の状態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多次元hidden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簡略LSTM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複数ゲートと層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短い系列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長い系列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入力列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ゲート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cell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時系列入力とhidden state、ゲートを追う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sequence_df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時系列入力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hidden_state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出力状態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cell_state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記憶状態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forget_gate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忘れる割合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gate_trace_df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ゲート追跡表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第9回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