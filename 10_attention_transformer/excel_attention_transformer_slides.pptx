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Attention /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第10回 Attention /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Q/K/VからcontextまでのAttention計算を見る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Queryが見るKeyを重みとして計算する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Q/K/VからcontextまでのAttention計算を見る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Q/K/VからcontextまでのAttention計算を見る</a:t>
            </a:r>
          </a:p>
          <a:p>
            <a:r>
              <a:t>• Excel上の値や設定を変更する</a:t>
            </a:r>
          </a:p>
          <a:p>
            <a:r>
              <a:t>• PythonがWorkbookから読み直して計算する</a:t>
            </a:r>
          </a:p>
          <a:p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Attention / Transformerとは</a:t>
            </a:r>
            <a:br/>
            <a:br/>
            <a:r>
              <a:t>Attentionとは、QueryとKeyの関係を重みとして計算し、その重みでValueを集める仕組みです。この回ではTransformer全体ではなく、中心になるAttention計算に絞ります。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見える変化</a:t>
            </a:r>
            <a:br/>
            <a:br/>
            <a:r>
              <a:t>query_token / temperature</a:t>
            </a:r>
            <a:br/>
            <a:r>
              <a:t>weightとcontext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weight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5167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741663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Attention / Transformerの計算を図で見る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weight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548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0684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05840" y="2880360"/>
          <a:ext cx="64922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060"/>
                <a:gridCol w="1623060"/>
                <a:gridCol w="1623060"/>
                <a:gridCol w="162306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query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8001000" y="2944368"/>
            <a:ext cx="2560320" cy="118872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weightで</a:t>
            </a:r>
            <a:br/>
            <a:r>
              <a:t>Valueを集める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Queryが見るKeyを重みとして計算する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excel_attention_transformer_demo.xlsx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excel_attention_transformer_demo_code.py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excel_attention_transformer_slides.pptx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https://github.com/KanameShiga-dev/excel-deep-learning-calculation-demo/tree/main/10_attention_transformer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A6:D9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token_vector_df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F6:H9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projection_df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J6:L9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Q/K/Vやquery_tokenを変えると、Attention weightとcontextが変わります。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どこを変えると、Attention weightが変わるか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658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A6:D9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token vectors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F6:H9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projection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J6:L9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query_token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QueryとKeyのscore、Softmax後のweight、Valueの加重平均を順に読みます。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attention_score_df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attention_weight_df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Softmax後の重み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context_vector_df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Vの加重和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query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weightsと</a:t>
            </a:r>
            <a:br/>
            <a:r>
              <a:t>contextを読む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weight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0684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5760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attention_score_df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attention_weight_df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Softmax後の重み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context_vector_df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Vの加重和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qkvから</a:t>
            </a:r>
            <a:br/>
            <a:r>
              <a:t>scores、weights、</a:t>
            </a:r>
            <a:br/>
            <a:r>
              <a:t>contextへ読む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query_token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見る側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key_token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見られる側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関連度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attention_weight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重み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score、</a:t>
            </a:r>
            <a:br/>
            <a:r>
              <a:t>attention_weight、</a:t>
            </a:r>
            <a:br/>
            <a:r>
              <a:t>weighted_valueを対応づける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取り出す情報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重み付き合計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重みの尖り方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注目順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query_tokenや</a:t>
            </a:r>
            <a:br/>
            <a:r>
              <a:t>temperatureで</a:t>
            </a:r>
            <a:br/>
            <a:r>
              <a:t>weightの差を見る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weight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V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0684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この回ではQ/K/Vを表で直接確認する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Softmaxで重みへ変える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Valueを重み付きで集めてcontextにする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小さなベクトル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多次元・多ヘッド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1つのquery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全token同時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単純化した計算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位置情報や層を含む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この回ではsingle-headの小さなAttentionに絞ります。multi-head、残差接続、LayerNorm、FFNは扱いません。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Q/K/VからcontextまでのAttention計算を見る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この回の用語</a:t>
            </a:r>
          </a:p>
          <a:p>
            <a:r>
              <a:t>Query: 何を探すかを表すベクトル</a:t>
            </a:r>
          </a:p>
          <a:p>
            <a:r>
              <a:t>Key: 比較される側のベクトル</a:t>
            </a:r>
          </a:p>
          <a:p>
            <a:r>
              <a:t>Value: weightで集める値</a:t>
            </a:r>
          </a:p>
          <a:p>
            <a:r>
              <a:t>Attention weight: scoreをSoftmaxした重み</a:t>
            </a:r>
          </a:p>
          <a:p>
            <a:r>
              <a:t>Context: Valueの重み付き和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61395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見る側の表現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照合される表現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取り出す情報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関連度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attention_weight_df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重み表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context_vector_df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文脈ベクトル表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第10回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