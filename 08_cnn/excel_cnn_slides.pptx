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07008"/>
            <a:ext cx="667512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Excelで体験するディープラーニングの計算しくみ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943600" cy="7132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3600" b="1">
                <a:solidFill>
                  <a:srgbClr val="24324B"/>
                </a:solidFill>
                <a:latin typeface="Yu Gothic"/>
              </a:defRPr>
            </a:pPr>
            <a:r>
              <a:t>第8回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571500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475569"/>
                </a:solidFill>
                <a:latin typeface="Yu Gothic"/>
              </a:defRPr>
            </a:pPr>
            <a:r>
              <a:t>小さな画像行列から特徴マップを作る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288036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Excelで入力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057400"/>
            <a:ext cx="2880360" cy="56692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Pythonで計算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80360"/>
            <a:ext cx="288036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表で結果を読む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1810512"/>
            <a:ext cx="0" cy="201168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79408" y="2633472"/>
            <a:ext cx="0" cy="201168"/>
          </a:xfrm>
          <a:prstGeom prst="line">
            <a:avLst/>
          </a:prstGeom>
          <a:ln w="27940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4315968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画像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フィルタ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積和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特徴マップ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4636007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568" y="5504688"/>
            <a:ext cx="978408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最初の計算から応用の形へつなげる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</a:t>
            </a:r>
            <a:br/>
            <a:r>
              <a:t>線形変換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2</a:t>
            </a:r>
            <a:br/>
            <a:r>
              <a:t>活性化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3</a:t>
            </a:r>
            <a:br/>
            <a:r>
              <a:t>損失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4</a:t>
            </a:r>
            <a:br/>
            <a:r>
              <a:t>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5</a:t>
            </a:r>
            <a:br/>
            <a:r>
              <a:t>逆伝播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6</a:t>
            </a:r>
            <a:br/>
            <a: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7</a:t>
            </a:r>
            <a:br/>
            <a:r>
              <a:t>正則化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834640"/>
            <a:ext cx="1965960" cy="777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8</a:t>
            </a:r>
            <a:br/>
            <a:r>
              <a:t>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9</a:t>
            </a:r>
            <a:br/>
            <a:r>
              <a:t>RNN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10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45152"/>
            <a:ext cx="10469880" cy="713232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小さな窓をずらしながら特徴を取り出す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小さな画像行列から特徴マップを作る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小さな画像行列から特徴マップを作る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Excel上の値や設定を変更する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PythonがWorkbookから読み直して計算する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返却表の列を見て変化を確認する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53312"/>
            <a:ext cx="4663440" cy="1371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CNNとは</a:t>
            </a:r>
            <a:br/>
            <a:br/>
            <a:r>
              <a:t>CNNとは、画像の一部を小さなフィルタで見ながら、位置ごとの特徴を取り出すニューラルネットワークです。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99232"/>
            <a:ext cx="4663440" cy="12618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見える変化</a:t>
            </a:r>
            <a:br/>
            <a:br/>
            <a:r>
              <a:t>画像行列</a:t>
            </a:r>
            <a:br/>
            <a:r>
              <a:t>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02352"/>
            <a:ext cx="1481328" cy="5120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画像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フィルタ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積和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特徴マップ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5358384"/>
            <a:ext cx="603504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6832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CNNの計算を図で見る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F6690"/>
                </a:solidFill>
                <a:latin typeface="Yu Gothic"/>
              </a:defRPr>
            </a:pPr>
            <a: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C77D20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9248" y="1207008"/>
            <a:ext cx="310896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読む結果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56231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画像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フィルタ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積和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特徴マップ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176272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68680" y="2926080"/>
          <a:ext cx="20116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/>
                <a:gridCol w="670560"/>
                <a:gridCol w="670560"/>
              </a:tblGrid>
              <a:tr h="3543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画像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60520" y="2926080"/>
          <a:ext cx="16916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"/>
                <a:gridCol w="845820"/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filter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635240" y="2926080"/>
          <a:ext cx="20116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868680" y="5074920"/>
            <a:ext cx="1037844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小さな窓をずらしながら特徴を取り出す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788152"/>
            <a:ext cx="987552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青=入力、黄=途中計算、緑=最終的に読む値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この回で使う4つのファイル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excel_cnn_demo.xlsx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excel_cnn_demo_code.py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計算本体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excel_cnn_slides.pptx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使い方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691640"/>
            <a:ext cx="3246120" cy="12344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Excelで入力し、</a:t>
            </a:r>
            <a:br/>
            <a:r>
              <a:t>Pythonで計算する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429000"/>
            <a:ext cx="324612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F6690"/>
                </a:solidFill>
                <a:latin typeface="Yu Gothic"/>
              </a:defRPr>
            </a:pPr>
            <a:r>
              <a:t>READMEで</a:t>
            </a:r>
            <a:br/>
            <a:r>
              <a:t>操作手順を確認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1074420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800" b="0">
                <a:solidFill>
                  <a:srgbClr val="2F6690"/>
                </a:solidFill>
                <a:latin typeface="Yu Gothic"/>
              </a:defRPr>
            </a:pPr>
            <a:r>
              <a:t>GitHub: https://github.com/KanameShiga-dev/excel-deep-learning-calculation-demo/tree/main/08_cnn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01_INPUT がPythonに渡す値の入口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Python上の表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A6:C8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image_df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E6:F7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filter_df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積和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H6:J8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settings_df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508760"/>
            <a:ext cx="2743200" cy="24231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Pythonは</a:t>
            </a:r>
            <a:br/>
            <a:r>
              <a:t>xl(...)</a:t>
            </a:r>
            <a:br/>
            <a:r>
              <a:t>でこの範囲を読む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4324B"/>
                </a:solidFill>
                <a:latin typeface="Yu Gothic"/>
              </a:defRPr>
            </a:pPr>
            <a:r>
              <a:t>Excelで変更した値が、そのままPythonの計算結果に反映されます。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どこを変えると、どの表が変わるか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58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A6:C8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画像行列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E6:F7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フィルタ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積和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H6:J8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操作の目的は、値を変えた時の表の変化を読むことです。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ExcelからPython、そして結果表へ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</a:t>
            </a:r>
            <a:br/>
            <a:r>
              <a:t>01_INPUT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外部Python</a:t>
            </a:r>
            <a:br/>
            <a:r>
              <a:t>xl(...)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00200"/>
            <a:ext cx="2011680" cy="914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pandas / NumPy</a:t>
            </a:r>
            <a:br/>
            <a:r>
              <a:t>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1168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result_df</a:t>
            </a:r>
            <a:br/>
            <a:r>
              <a:t>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657600"/>
          <a:ext cx="96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表示名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feature_map_df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特徴マップ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conv_window_df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窓ごとの積和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初期値の結果を表で読む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/>
                <a:gridCol w="2529840"/>
                <a:gridCol w="252984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out_row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out_col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sum product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508760"/>
            <a:ext cx="2286000" cy="16916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初期値の</a:t>
            </a:r>
            <a:br/>
            <a:r>
              <a:t>結果を読む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画像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フィルタ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積和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特徴マップ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45720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916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Python in Excel の実行手順だけを確認する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Python in Excel のセルを作成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外部 .py を貼り付け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Ctrl + Enter で実行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result_df 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を変えて再実行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00200"/>
            <a:ext cx="3017520" cy="20116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実行後は</a:t>
            </a:r>
            <a:br/>
            <a:r>
              <a:t>result_df 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display_modeで表示する表を切り替える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8549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2849880"/>
                <a:gridCol w="2849880"/>
              </a:tblGrid>
              <a:tr h="7200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読むポイント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feature_map_df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特徴マップ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window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conv_window_df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窓ごとの積和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64040" y="1508760"/>
            <a:ext cx="1737360" cy="21488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まずは</a:t>
            </a:r>
            <a:br/>
            <a:r>
              <a:t>基本の表</a:t>
            </a:r>
            <a:br/>
            <a:r>
              <a:t>から読む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返却表の列を読む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out_row / out_col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出力位置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window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画像の小領域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window_sum_product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窓とフィルタの積和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feature_map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積和の並び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F6690"/>
                </a:solidFill>
                <a:latin typeface="Yu Gothic"/>
              </a:defRPr>
            </a:pPr>
            <a:r>
              <a:t>列名を</a:t>
            </a:r>
            <a:br/>
            <a:r>
              <a:t>計算の役割に</a:t>
            </a:r>
            <a:br/>
            <a:r>
              <a:t>対応づける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設定を変えた時の差を見る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設定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stride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ずらす幅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padding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外側を足す処理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見る特徴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抽出結果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設定を変えたら</a:t>
            </a:r>
            <a:br/>
            <a:r>
              <a:t>どの列が動くかを</a:t>
            </a:r>
            <a:br/>
            <a:r>
              <a:t>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前後の回とのつながり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5087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画像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フィルタ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積和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特徴マップ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916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703320"/>
            <a:ext cx="310896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第1回の積和を画像の各場所で行う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703320"/>
            <a:ext cx="310896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局所的な特徴を特徴マップにする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703320"/>
            <a:ext cx="3108960" cy="914400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次回は時系列の状態更新へ進む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小さな表で扱う範囲を確認する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8778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この教材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実モデル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3x3画像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大きな画像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2x2フィルタ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多数フィルタ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stride固定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paddingや多チャネルも扱う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509760" cy="7772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4324B"/>
                </a:solidFill>
                <a:latin typeface="Yu Gothic"/>
              </a:defRPr>
            </a:pPr>
            <a:r>
              <a:t>小さくしているのは、式と表の対応を見失わないためです。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式、Excel、Pythonの対応を押さえる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00400" cy="18288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1</a:t>
            </a:r>
            <a:br/>
            <a:r>
              <a:t>画像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00400" cy="1828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C77D20"/>
                </a:solidFill>
                <a:latin typeface="Yu Gothic"/>
              </a:defRPr>
            </a:pPr>
            <a:r>
              <a:t>2</a:t>
            </a:r>
            <a:br/>
            <a:r>
              <a:t>フィルタ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00400" cy="18288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76749"/>
                </a:solidFill>
                <a:latin typeface="Yu Gothic"/>
              </a:defRPr>
            </a:pPr>
            <a:r>
              <a:t>3</a:t>
            </a:r>
            <a:br/>
            <a:r>
              <a:t>積和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800" b="1">
                <a:solidFill>
                  <a:srgbClr val="24324B"/>
                </a:solidFill>
                <a:latin typeface="Yu Gothic"/>
              </a:defRPr>
            </a:pPr>
            <a:r>
              <a:t>小さな画像行列から特徴マップを作る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この回の用語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image_df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画像行列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filter_df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フィルタ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feature_map_df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特徴マップ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stride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ずらす幅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conv_window_df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窓ごとの計算表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第8回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