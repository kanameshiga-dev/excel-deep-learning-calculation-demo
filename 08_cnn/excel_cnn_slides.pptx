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CNN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207008"/>
            <a:ext cx="667512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Excelで体験するディープラーニングの計算しくみ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5943600" cy="7132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3600" b="1">
                <a:solidFill>
                  <a:srgbClr val="24324B"/>
                </a:solidFill>
                <a:latin typeface="Yu Gothic"/>
              </a:defRPr>
            </a:pPr>
            <a:r>
              <a:t>第8回 CNN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487168"/>
            <a:ext cx="571500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paddingとstrideで特徴マップが変わることを見る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234440"/>
            <a:ext cx="288036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057400"/>
            <a:ext cx="2880360" cy="566928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Pythonで計算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880360"/>
            <a:ext cx="288036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表で結果を読む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79408" y="1810512"/>
            <a:ext cx="0" cy="201168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79408" y="2633472"/>
            <a:ext cx="0" cy="201168"/>
          </a:xfrm>
          <a:prstGeom prst="line">
            <a:avLst/>
          </a:prstGeom>
          <a:ln w="27940">
            <a:solidFill>
              <a:srgbClr val="276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60120" y="4315968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画像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フィルタ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積和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315968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特徴マップ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0320" y="4636007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0916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5800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15568" y="5504688"/>
            <a:ext cx="978408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青=入力、黄=途中計算、緑=出力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最初の計算から応用の形へつなげる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</a:t>
            </a:r>
            <a:br/>
            <a:r>
              <a:t>線形変換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3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2</a:t>
            </a:r>
            <a:br/>
            <a:r>
              <a:t>活性化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5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3</a:t>
            </a:r>
            <a:br/>
            <a:r>
              <a:t>損失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4</a:t>
            </a:r>
            <a:br/>
            <a:r>
              <a:t>勾配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5</a:t>
            </a:r>
            <a:br/>
            <a:r>
              <a:t>逆伝播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6</a:t>
            </a:r>
            <a:br/>
            <a:r>
              <a:t>最適化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7</a:t>
            </a:r>
            <a:br/>
            <a:r>
              <a:t>正則化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2834640"/>
            <a:ext cx="1965960" cy="7772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8</a:t>
            </a:r>
            <a:br/>
            <a:r>
              <a:t>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9</a:t>
            </a:r>
            <a:br/>
            <a:r>
              <a:t>RNN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10</a:t>
            </a:r>
            <a:br/>
            <a:r>
              <a:t>Attention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645152"/>
            <a:ext cx="10469880" cy="713232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窓の位置と出力サイズが変わる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paddingとstrideで特徴マップが変わることを見る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paddingとstrideで特徴マップが変わることを見る</a:t>
            </a:r>
          </a:p>
          <a:p>
            <a:r>
              <a:t>• Excel上の値や設定を変更する</a:t>
            </a:r>
          </a:p>
          <a:p>
            <a:r>
              <a:t>• PythonがWorkbookから読み直して計算する</a:t>
            </a:r>
          </a:p>
          <a:p>
            <a:r>
              <a:t>• 返却表の列を見て変化を確認する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53312"/>
            <a:ext cx="4663440" cy="13716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CNNとは</a:t>
            </a:r>
            <a:br/>
            <a:br/>
            <a:r>
              <a:t>CNNとは、画像の一部を小さなフィルタで見ながら、位置ごとの特徴を取り出すニューラルネットワークです。paddingは外側に余白を足し、strideはフィルタを動かす幅を決めます。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99232"/>
            <a:ext cx="4663440" cy="126187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見える変化</a:t>
            </a:r>
            <a:br/>
            <a:br/>
            <a:r>
              <a:t>padding / stride</a:t>
            </a:r>
            <a:br/>
            <a:r>
              <a:t>feature_map_shape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5102352"/>
            <a:ext cx="1481328" cy="512064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F6690"/>
                </a:solidFill>
                <a:latin typeface="Yu Gothic"/>
              </a:defRPr>
            </a:pPr>
            <a:r>
              <a:t>画像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0672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フィルタ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75504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積和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5102352"/>
            <a:ext cx="1481328" cy="512064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76749"/>
                </a:solidFill>
                <a:latin typeface="Yu Gothic"/>
              </a:defRPr>
            </a:pPr>
            <a:r>
              <a:t>特徴マップ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87168" y="5358384"/>
            <a:ext cx="603504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56832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CNNの計算を図で見る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F6690"/>
                </a:solidFill>
                <a:latin typeface="Yu Gothic"/>
              </a:defRPr>
            </a:pPr>
            <a:r>
              <a:t>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C77D20"/>
                </a:solidFill>
                <a:latin typeface="Yu Gothic"/>
              </a:defRPr>
            </a:pPr>
            <a:r>
              <a:t>計算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9248" y="1207008"/>
            <a:ext cx="310896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読む結果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856231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画像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フィルタ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積和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856231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特徴マップ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176272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0916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868680" y="2926080"/>
          <a:ext cx="20116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0560"/>
                <a:gridCol w="670560"/>
                <a:gridCol w="67056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画像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60520" y="2926080"/>
          <a:ext cx="169164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5820"/>
                <a:gridCol w="845820"/>
              </a:tblGrid>
              <a:tr h="381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filter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635240" y="2926080"/>
          <a:ext cx="201168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05840"/>
              </a:tblGrid>
              <a:tr h="381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868680" y="5074920"/>
            <a:ext cx="1037844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窓の位置と出力サイズが変わる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88152"/>
            <a:ext cx="987552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青=入力、黄=途中計算、緑=最終的に読む値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この回で使う4つのファイル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7665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5943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ファイル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excel_cnn_demo.xlsx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excel_cnn_demo_code.py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計算本体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excel_cnn_slides.pptx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解説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README.md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使い方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691640"/>
            <a:ext cx="3246120" cy="12344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76749"/>
                </a:solidFill>
                <a:latin typeface="Yu Gothic"/>
              </a:defRPr>
            </a:pPr>
            <a:r>
              <a:t>Excelで入力し、</a:t>
            </a:r>
            <a:br/>
            <a:r>
              <a:t>Pythonで計算する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9560" y="3429000"/>
            <a:ext cx="3246120" cy="123444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F6690"/>
                </a:solidFill>
                <a:latin typeface="Yu Gothic"/>
              </a:defRPr>
            </a:pPr>
            <a:r>
              <a:t>READMEで</a:t>
            </a:r>
            <a:br/>
            <a:r>
              <a:t>操作手順を確認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864608"/>
            <a:ext cx="1074420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800" b="0">
                <a:solidFill>
                  <a:srgbClr val="2F6690"/>
                </a:solidFill>
                <a:latin typeface="Yu Gothic"/>
              </a:defRPr>
            </a:pPr>
            <a:r>
              <a:t>GitHub: https://github.com/KanameShiga-dev/excel-deep-learning-calculation-demo/tree/main/08_cnn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01_INPUT がPythonに渡す値の入口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範囲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Python上の表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A6:C8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image_df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E6:F7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filter_df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積和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H6:J8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settings_df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95360" y="1508760"/>
            <a:ext cx="2743200" cy="24231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Pythonは</a:t>
            </a:r>
            <a:br/>
            <a:r>
              <a:t>xl(...)</a:t>
            </a:r>
            <a:br/>
            <a:r>
              <a:t>でこの範囲を読む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17720"/>
            <a:ext cx="10241280" cy="64008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paddingやstrideを変えると、Pythonが作る特徴マップの形と値が変わります。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どこを変えると、窓と特徴マップが変わるか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109728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658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A6:C8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画像行列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E6:F7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フィルタ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積和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H6:J8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800600"/>
            <a:ext cx="10241280" cy="5943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strideで窓の移動幅を変え、paddingで端の扱いを変えた時の差を読みます。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ExcelからPython、そして結果表へ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</a:t>
            </a:r>
            <a:br/>
            <a:r>
              <a:t>01_INPUT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外部Python</a:t>
            </a:r>
            <a:br/>
            <a:r>
              <a:t>xl(...)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600200"/>
            <a:ext cx="2011680" cy="9144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pandas / NumPy</a:t>
            </a:r>
            <a:br/>
            <a:r>
              <a:t>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600200"/>
            <a:ext cx="201168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result_df</a:t>
            </a:r>
            <a:br/>
            <a:r>
              <a:t>表示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0352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0956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97280" y="3657600"/>
          <a:ext cx="9601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/>
                <a:gridCol w="480060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表示名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feature_map_df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特徴マップ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conv_window_df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窓ごとの積和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初期値の結果を表で読む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417320"/>
          <a:ext cx="7589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/>
                <a:gridCol w="2529840"/>
                <a:gridCol w="252984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out_row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out_col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sum product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15400" y="1508760"/>
            <a:ext cx="2286000" cy="16916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feature_mapを</a:t>
            </a:r>
            <a:br/>
            <a:r>
              <a:t>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2519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画像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フィルタ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積和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2519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特徴マップ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45720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0916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5800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Python in Excel の実行手順だけを確認する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9494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</a:tblGrid>
              <a:tr h="533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Python in Excel のセルを作成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外部 .py を貼り付け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Ctrl + Enter で実行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result_df を確認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 を変えて再実行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046720" y="1600200"/>
            <a:ext cx="3017520" cy="20116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実行後は</a:t>
            </a:r>
            <a:br/>
            <a:r>
              <a:t>result_df を確認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display_modeで表示する表を切り替える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85496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9880"/>
                <a:gridCol w="2849880"/>
                <a:gridCol w="2849880"/>
              </a:tblGrid>
              <a:tr h="7200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読むポイント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feature_map_df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特徴マップ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window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conv_window_df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窓ごとの積和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64040" y="1508760"/>
            <a:ext cx="1737360" cy="21488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featureとwindowを</a:t>
            </a:r>
            <a:br/>
            <a:r>
              <a:t>切り替えて</a:t>
            </a:r>
            <a:br/>
            <a:r>
              <a:t>窓を見る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返却表の列を読む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out_row / out_col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出力位置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window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画像の小領域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window_sum_product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窓とフィルタの積和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feature_map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積和の並び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out_row/out_colと</a:t>
            </a:r>
            <a:br/>
            <a:r>
              <a:t>window_sum_productを</a:t>
            </a:r>
            <a:br/>
            <a:r>
              <a:t>対応づける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設定を変えた時の差を見る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設定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stride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ずらす幅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padding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外側を足す処理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見る特徴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抽出結果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strideやpaddingで</a:t>
            </a:r>
            <a:br/>
            <a:r>
              <a:t>feature_map_shapeが</a:t>
            </a:r>
            <a:br/>
            <a:r>
              <a:t>どう変わるかを見る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前後の回とのつながり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15087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画像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フィルタ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積和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5087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特徴マップ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18288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0916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" y="3703320"/>
            <a:ext cx="310896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76749"/>
                </a:solidFill>
                <a:latin typeface="Yu Gothic"/>
              </a:defRPr>
            </a:pPr>
            <a:r>
              <a:t>第1回の積和を画像の各場所で行う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69080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0" y="3703320"/>
            <a:ext cx="310896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paddingとstrideで窓の位置と出力サイズを調整する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26679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3703320"/>
            <a:ext cx="3108960" cy="914400"/>
          </a:xfrm>
          <a:prstGeom prst="roundRect">
            <a:avLst/>
          </a:prstGeom>
          <a:solidFill>
            <a:srgbClr val="F7F4E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次回は時系列の状態更新へ進む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小さな表で扱う範囲を確認する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8778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5943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この教材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実モデル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3x3画像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大きな画像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2x2フィルタ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多数フィルタ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stride固定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paddingや多チャネルも扱う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097280" y="4389120"/>
            <a:ext cx="9509760" cy="77724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この回では小さな画像と2x2フィルタで、窓の位置と積和の対応に絞ります。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式、Excel、Pythonの対応を押さえる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417320"/>
            <a:ext cx="3200400" cy="18288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1</a:t>
            </a:r>
            <a:br/>
            <a:r>
              <a:t>画像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59" y="1417320"/>
            <a:ext cx="3200400" cy="18288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C77D20"/>
                </a:solidFill>
                <a:latin typeface="Yu Gothic"/>
              </a:defRPr>
            </a:pPr>
            <a:r>
              <a:t>2</a:t>
            </a:r>
            <a:br/>
            <a:r>
              <a:t>フィルタ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417320"/>
            <a:ext cx="3200400" cy="18288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76749"/>
                </a:solidFill>
                <a:latin typeface="Yu Gothic"/>
              </a:defRPr>
            </a:pPr>
            <a:r>
              <a:t>3</a:t>
            </a:r>
            <a:br/>
            <a:r>
              <a:t>積和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05840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paddingとstrideで特徴マップが変わることを見る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この回の用語</a:t>
            </a:r>
          </a:p>
          <a:p>
            <a:r>
              <a:t>filter: 画像上を動かす小さな重み行列</a:t>
            </a:r>
          </a:p>
          <a:p>
            <a:r>
              <a:t>padding: 画像の外側に0を足すこと</a:t>
            </a:r>
          </a:p>
          <a:p>
            <a:r>
              <a:t>stride: フィルタを動かすマス数</a:t>
            </a:r>
          </a:p>
          <a:p>
            <a:r>
              <a:t>feature map: 各窓の積和を並べた出力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80160"/>
          <a:ext cx="106070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image_df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画像行列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filter_df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フィルタ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feature_map_df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特徴マップ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stride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ずらす幅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conv_window_df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窓ごとの計算表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第8回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