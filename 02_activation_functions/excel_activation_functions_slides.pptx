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活性化関数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第2回 活性化関数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475569"/>
                </a:solidFill>
                <a:latin typeface="Yu Gothic"/>
              </a:defRPr>
            </a:pPr>
            <a:r>
              <a:t>入力値を変えると、出力と勾配が変わることを見る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関数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出力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勾配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scoreに非線形な曲がりを加える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入力値を変えると、出力と勾配が変わることを見る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入力値を変えると、出力と勾配が変わることを見る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Excel上の値や設定を変更する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PythonがWorkbookから読み直して計算する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活性化関数とは</a:t>
            </a:r>
            <a:br/>
            <a:br/>
            <a:r>
              <a:t>活性化関数とは、線形変換で作ったscoreを別の形に変換し、ニューラルネットワークに非線形な表現力を加える関数です。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見える変化</a:t>
            </a:r>
            <a:br/>
            <a:br/>
            <a:r>
              <a:t>input_value</a:t>
            </a:r>
            <a:br/>
            <a:r>
              <a:t>出力と勾配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関数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出力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勾配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活性化関数の計算を図で見る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関数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出力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勾配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2852928"/>
          <a:ext cx="6583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229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sigmoid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tanh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relu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01000" y="2971800"/>
            <a:ext cx="2697480" cy="107899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scoreに非線形な曲がりを加える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scoreに非線形な曲がりを加える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excel_activation_functions_demo.xlsx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excel_activation_functions_demo_code.py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excel_activation_functions_slides.pptx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https://github.com/KanameShiga-dev/excel-deep-learning-calculation-demo/tree/main/02_activation_functions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01_INPUT がPythonに渡す値の入口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A6:B14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activation_input_df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出力と勾配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D6:E9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softmax_input_df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Softmax確率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G6:I9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Pythonは</a:t>
            </a:r>
            <a:br/>
            <a:r>
              <a:t>xl(...)</a:t>
            </a:r>
            <a:br/>
            <a:r>
              <a:t>でこの範囲を読む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4324B"/>
                </a:solidFill>
                <a:latin typeface="Yu Gothic"/>
              </a:defRPr>
            </a:pPr>
            <a:r>
              <a:t>Excelで変更した値が、そのままPythonの計算結果に反映されます。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どこを変えると、どの表が変わるか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58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A6:B14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input_value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出力と勾配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D6:E9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logit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Softmax確率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G6:I9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操作の目的は、値を変えた時の表の変化を読むことです。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activation_df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関数ごとの出力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確率とrank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初期値の結果を表で読む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sigmoid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tanh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relu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-0.964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初期値の</a:t>
            </a:r>
            <a:br/>
            <a:r>
              <a:t>結果を読む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関数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出力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勾配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display_modeで表示する表を切り替える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5760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activation_df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関数ごとの出力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確率とrank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まずは</a:t>
            </a:r>
            <a:br/>
            <a:r>
              <a:t>基本の表</a:t>
            </a:r>
            <a:br/>
            <a:r>
              <a:t>から読む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返却表の列を読む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input_value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関数へ入る値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sigmoid / tanh / relu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変換後の値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*_grad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その地点の勾配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selected_output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選択中の関数の出力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F6690"/>
                </a:solidFill>
                <a:latin typeface="Yu Gothic"/>
              </a:defRPr>
            </a:pPr>
            <a:r>
              <a:t>列名を</a:t>
            </a:r>
            <a:br/>
            <a:r>
              <a:t>計算の役割に</a:t>
            </a:r>
            <a:br/>
            <a:r>
              <a:t>対応づける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設定を変えた時の差を見る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logit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Softmax前の値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合計1になる値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大きい順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分布の尖り方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設定を変えたら</a:t>
            </a:r>
            <a:br/>
            <a:r>
              <a:t>どの列が動くかを</a:t>
            </a:r>
            <a:br/>
            <a:r>
              <a:t>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関数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出力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勾配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第1回のscoreを受け取る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活性化関数で値を変換する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第3回で予測と正解のズレを見る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代表的な関数だけ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用途ごとに多くの関数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小さな表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大量のテンソル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勾配を列で確認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自動微分で計算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4324B"/>
                </a:solidFill>
                <a:latin typeface="Yu Gothic"/>
              </a:defRPr>
            </a:pPr>
            <a:r>
              <a:t>小さくしているのは、式と表の対応を見失わないためです。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式、Excel、Pythonの対応を押さえる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1</a:t>
            </a:r>
            <a:br/>
            <a:r>
              <a:t>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C77D20"/>
                </a:solidFill>
                <a:latin typeface="Yu Gothic"/>
              </a:defRPr>
            </a:pPr>
            <a:r>
              <a:t>2</a:t>
            </a:r>
            <a:br/>
            <a:r>
              <a:t>関数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出力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800" b="1">
                <a:solidFill>
                  <a:srgbClr val="24324B"/>
                </a:solidFill>
                <a:latin typeface="Yu Gothic"/>
              </a:defRPr>
            </a:pPr>
            <a:r>
              <a:t>入力値を変えると、出力と勾配が変わることを見る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この回の用語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input_value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関数へ入る値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logit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Softmax前の値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Softmaxの尖り方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activation_df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出力比較表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softmax_df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確率比較表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第2回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