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最適化手法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07008"/>
            <a:ext cx="667512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Excelで体験するディープラーニングの計算しくみ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5943600" cy="7132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3600" b="1">
                <a:solidFill>
                  <a:srgbClr val="24324B"/>
                </a:solidFill>
                <a:latin typeface="Yu Gothic"/>
              </a:defRPr>
            </a:pPr>
            <a:r>
              <a:t>第6回 最適化手法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571500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同じ勾配でも手法ごとに更新量が変わることを見る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288036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Excelで入力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057400"/>
            <a:ext cx="2880360" cy="566928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Pythonで計算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880360"/>
            <a:ext cx="288036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表で結果を読む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79408" y="1810512"/>
            <a:ext cx="0" cy="201168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79408" y="2633472"/>
            <a:ext cx="0" cy="201168"/>
          </a:xfrm>
          <a:prstGeom prst="line">
            <a:avLst/>
          </a:prstGeom>
          <a:ln w="27940">
            <a:solidFill>
              <a:srgbClr val="276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4315968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gradient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SGD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Momentum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315968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Adam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4636007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0916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568" y="5504688"/>
            <a:ext cx="978408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青=入力、黄=途中計算、緑=出力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SERIES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最初の計算から応用の形へつなげる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</a:t>
            </a:r>
            <a:br/>
            <a:r>
              <a:t>線形変換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2</a:t>
            </a:r>
            <a:br/>
            <a:r>
              <a:t>活性化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3</a:t>
            </a:r>
            <a:br/>
            <a:r>
              <a:t>損失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4</a:t>
            </a:r>
            <a:br/>
            <a:r>
              <a:t>勾配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5</a:t>
            </a:r>
            <a:br/>
            <a:r>
              <a:t>逆伝播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1965960" cy="7772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6</a:t>
            </a:r>
            <a:br/>
            <a:r>
              <a:t>最適化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7</a:t>
            </a:r>
            <a:br/>
            <a:r>
              <a:t>正則化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8</a:t>
            </a:r>
            <a:br/>
            <a:r>
              <a:t>CNN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9</a:t>
            </a:r>
            <a:br/>
            <a:r>
              <a:t>RNN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10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45152"/>
            <a:ext cx="10469880" cy="713232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勾配の記憶の仕方で進み方が変わる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同じ勾配でも手法ごとに更新量が変わることを見る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同じ勾配でも手法ごとに更新量が変わることを見る</a:t>
            </a:r>
          </a:p>
          <a:p>
            <a:r>
              <a:t>• Excel上の値や設定を変更する</a:t>
            </a:r>
          </a:p>
          <a:p>
            <a:r>
              <a:t>• PythonがWorkbookから読み直して計算する</a:t>
            </a:r>
          </a:p>
          <a:p>
            <a:r>
              <a:t>• 返却表の列を見て変化を確認する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53312"/>
            <a:ext cx="4663440" cy="13716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最適化手法とは</a:t>
            </a:r>
            <a:br/>
            <a:br/>
            <a:r>
              <a:t>最適化手法とは、勾配を使ってパラメータをどう更新するかを決める方法です。SGD、Momentum、AdaGrad、RMSProp、Adamなどがあります。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999232"/>
            <a:ext cx="4663440" cy="12618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見える変化</a:t>
            </a:r>
            <a:br/>
            <a:br/>
            <a:r>
              <a:t>gradient</a:t>
            </a:r>
            <a:br/>
            <a:r>
              <a:t>methodごとの更新量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102352"/>
            <a:ext cx="1481328" cy="51206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gradient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0672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SGD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Momentum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5102352"/>
            <a:ext cx="1481328" cy="512064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76749"/>
                </a:solidFill>
                <a:latin typeface="Yu Gothic"/>
              </a:defRPr>
            </a:pPr>
            <a:r>
              <a:t>Adam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5358384"/>
            <a:ext cx="603504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56832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最適化手法の計算を図で見る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F6690"/>
                </a:solidFill>
                <a:latin typeface="Yu Gothic"/>
              </a:defRPr>
            </a:pPr>
            <a: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C77D20"/>
                </a:solidFill>
                <a:latin typeface="Yu Gothic"/>
              </a:defRPr>
            </a:pPr>
            <a:r>
              <a:t>計算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9248" y="1207008"/>
            <a:ext cx="310896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読む結果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56231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gradient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SGD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Momentum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56231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Adam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176272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0916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14400" y="2852928"/>
          <a:ext cx="6583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4229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gradient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SGD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Momentum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Adam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01000" y="2971800"/>
            <a:ext cx="2697480" cy="107899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勾配の記憶の仕方で進み方が変わる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074920"/>
            <a:ext cx="1037844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勾配の記憶の仕方で進み方が変わる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788152"/>
            <a:ext cx="987552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青=入力、黄=途中計算、緑=最終的に読む値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DEMO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この回で使う4つのファイル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7665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excel_optimizers_demo.xlsx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excel_optimizers_demo_code.py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計算本体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excel_optimizers_slides.pptx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README.md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使い方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691640"/>
            <a:ext cx="3246120" cy="12344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Excelで入力し、</a:t>
            </a:r>
            <a:br/>
            <a:r>
              <a:t>Pythonで計算する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3429000"/>
            <a:ext cx="3246120" cy="12344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F6690"/>
                </a:solidFill>
                <a:latin typeface="Yu Gothic"/>
              </a:defRPr>
            </a:pPr>
            <a:r>
              <a:t>READMEで</a:t>
            </a:r>
            <a:br/>
            <a:r>
              <a:t>操作手順を確認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64608"/>
            <a:ext cx="1074420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800" b="0">
                <a:solidFill>
                  <a:srgbClr val="2F6690"/>
                </a:solidFill>
                <a:latin typeface="Yu Gothic"/>
              </a:defRPr>
            </a:pPr>
            <a:r>
              <a:t>GitHub: https://github.com/KanameShiga-dev/excel-deep-learning-calculation-demo/tree/main/06_optimizers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01_INPUT がPythonに渡す値の入口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範囲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Python上の表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A6:B10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gradient_df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更新量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D6:F12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settings_df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最適化の挙動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95360" y="1508760"/>
            <a:ext cx="2743200" cy="24231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Pythonは</a:t>
            </a:r>
            <a:br/>
            <a:r>
              <a:t>xl(...)</a:t>
            </a:r>
            <a:br/>
            <a:r>
              <a:t>でこの範囲を読む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10241280" cy="64008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4324B"/>
                </a:solidFill>
                <a:latin typeface="Yu Gothic"/>
              </a:defRPr>
            </a:pPr>
            <a:r>
              <a:t>Excelで変更した値が、そのままPythonの計算結果に反映されます。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どこを変えると、どの表が変わるか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021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A6:B10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gradient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更新量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D6:F12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learning_rate / beta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最適化の挙動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800600"/>
            <a:ext cx="10241280" cy="5943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操作の目的は、値を変えた時の表の変化を読むことです。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ExcelからPython、そして結果表へ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</a:t>
            </a:r>
            <a:br/>
            <a:r>
              <a:t>01_INPUT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外部Python</a:t>
            </a:r>
            <a:br/>
            <a:r>
              <a:t>xl(...)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00200"/>
            <a:ext cx="2011680" cy="9144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pandas / NumPy</a:t>
            </a:r>
            <a:br/>
            <a:r>
              <a:t>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201168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result_df</a:t>
            </a:r>
            <a:br/>
            <a:r>
              <a:t>表示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0" y="3657600"/>
          <a:ext cx="9601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表示名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optimizer_compare_df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手法比較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optimizer_state_df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保持状態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初期値の結果を表で読む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17320"/>
          <a:ext cx="7589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904"/>
                <a:gridCol w="1517904"/>
                <a:gridCol w="1517904"/>
                <a:gridCol w="1517904"/>
                <a:gridCol w="1517904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gradient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SGD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Momentum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Adam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15400" y="1508760"/>
            <a:ext cx="2286000" cy="16916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5手法の</a:t>
            </a:r>
            <a:br/>
            <a:r>
              <a:t>weightを読む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519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gradient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SGD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Momentum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2519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Adam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45720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0916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Python in Excel の実行手順だけを確認する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Python in Excel のセルを作成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外部 .py を貼り付け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Ctrl + Enter で実行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result_df を確認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 を変えて再実行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600200"/>
            <a:ext cx="3017520" cy="20116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実行後は</a:t>
            </a:r>
            <a:br/>
            <a:r>
              <a:t>result_df 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DISPLAY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display_modeで表示する表を切り替える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8549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880"/>
                <a:gridCol w="2849880"/>
                <a:gridCol w="2849880"/>
              </a:tblGrid>
              <a:tr h="7200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読むポイント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compare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optimizer_compare_df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手法比較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optimizer_state_df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保持状態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64040" y="1508760"/>
            <a:ext cx="1737360" cy="21488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compareで</a:t>
            </a:r>
            <a:br/>
            <a:r>
              <a:t>手法ごとの差を</a:t>
            </a:r>
            <a:br/>
            <a:r>
              <a:t>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返却表の列を読む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gradient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入力された勾配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sgd_weight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SGD後の重み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momentum_weight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Momentum後の重み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adam_weight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Adam後の重み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weight列と</a:t>
            </a:r>
            <a:br/>
            <a:r>
              <a:t>update列を</a:t>
            </a:r>
            <a:br/>
            <a:r>
              <a:t>対応づける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設定を変えた時の差を見る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設定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learning_rate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基本の更新幅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momentum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速度を残す割合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beta1 / beta2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Adamの移動平均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epsilon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ゼロ割回避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learning_rateや</a:t>
            </a:r>
            <a:br/>
            <a:r>
              <a:t>rms_decayで</a:t>
            </a:r>
            <a:br/>
            <a:r>
              <a:t>更新量の差を見る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前後の回とのつながり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5087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gradient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SGD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Momentum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087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Adam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8288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916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703320"/>
            <a:ext cx="310896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第5回で求めた勾配を使う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3703320"/>
            <a:ext cx="310896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5手法の更新量とweight推移を比較する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3703320"/>
            <a:ext cx="3108960" cy="914400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第7回で汎化と正則化を見る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小さな表で扱う範囲を確認する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8778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この教材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実モデル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1次元の重み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多次元パラメータ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代表手法だけ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派生手法も多い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状態を列で表示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ライブラリが保持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389120"/>
            <a:ext cx="9509760" cy="77724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この回では1つの重みだけを動かし、手法ごとの更新量の違いに絞ります。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式、Excel、Pythonの対応を押さえる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00400" cy="18288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1</a:t>
            </a:r>
            <a:br/>
            <a:r>
              <a:t>gradient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417320"/>
            <a:ext cx="3200400" cy="18288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C77D20"/>
                </a:solidFill>
                <a:latin typeface="Yu Gothic"/>
              </a:defRPr>
            </a:pPr>
            <a:r>
              <a:t>2</a:t>
            </a:r>
            <a:br/>
            <a:r>
              <a:t>SGD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200400" cy="18288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76749"/>
                </a:solidFill>
                <a:latin typeface="Yu Gothic"/>
              </a:defRPr>
            </a:pPr>
            <a:r>
              <a:t>3</a:t>
            </a:r>
            <a:br/>
            <a:r>
              <a:t>Momentum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同じ勾配でも手法ごとに更新量が変わることを見る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この回の用語</a:t>
            </a:r>
          </a:p>
          <a:p>
            <a:r>
              <a:t>SGD: 現在の勾配で更新する方法</a:t>
            </a:r>
          </a:p>
          <a:p>
            <a:r>
              <a:t>Momentum: 過去の向きを速度として残す方法</a:t>
            </a:r>
          </a:p>
          <a:p>
            <a:r>
              <a:t>AdaGrad: 勾配二乗和で更新量を調整する方法</a:t>
            </a:r>
          </a:p>
          <a:p>
            <a:r>
              <a:t>RMSProp: 勾配二乗の移動平均を使う方法</a:t>
            </a:r>
          </a:p>
          <a:p>
            <a:r>
              <a:t>Adam: 勾配と勾配二乗の移動平均を使う方法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8016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SGD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現在の勾配で更新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Momentum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速度を持つ更新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Adam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移動平均で調整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learning_rate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学習率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optimizer_compare_df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比較表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第6回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